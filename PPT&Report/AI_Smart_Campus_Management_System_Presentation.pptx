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457200" cy="6528816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731752" y="164592"/>
            <a:ext cx="457200" cy="6528816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C000"/>
                </a:solidFill>
                <a:latin typeface="Calibri Light"/>
              </a:rPr>
              <a:t>AI SMART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834640"/>
            <a:ext cx="7616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FF"/>
                </a:solidFill>
                <a:latin typeface="Calibri"/>
              </a:rPr>
              <a:t>Complaint Management System  |  Digital Notice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725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E8F4FF"/>
                </a:solidFill>
                <a:latin typeface="Calibri"/>
              </a:rPr>
              <a:t>M</a:t>
            </a:r>
            <a:r>
              <a:rPr lang="en-US" sz="1600" b="0" i="0" dirty="0">
                <a:solidFill>
                  <a:srgbClr val="E8F4FF"/>
                </a:solidFill>
                <a:latin typeface="Calibri"/>
              </a:rPr>
              <a:t>aj</a:t>
            </a:r>
            <a:r>
              <a:rPr sz="1600" b="0" i="0" dirty="0">
                <a:solidFill>
                  <a:srgbClr val="E8F4FF"/>
                </a:solidFill>
                <a:latin typeface="Calibri"/>
              </a:rPr>
              <a:t>or Project Report </a:t>
            </a:r>
            <a:r>
              <a:rPr sz="1600" b="0" i="0">
                <a:solidFill>
                  <a:srgbClr val="E8F4FF"/>
                </a:solidFill>
                <a:latin typeface="Calibri"/>
              </a:rPr>
              <a:t>– BCA</a:t>
            </a:r>
            <a:r>
              <a:rPr lang="en-US" sz="1600" b="0" i="0">
                <a:solidFill>
                  <a:srgbClr val="E8F4FF"/>
                </a:solidFill>
                <a:latin typeface="Calibri"/>
              </a:rPr>
              <a:t>612</a:t>
            </a:r>
            <a:endParaRPr sz="1600" b="0" i="0" dirty="0">
              <a:solidFill>
                <a:srgbClr val="E8F4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F"/>
                </a:solidFill>
                <a:latin typeface="Calibri"/>
              </a:rPr>
              <a:t>Deepanshu Kumar (034)   |   Mayank Jain (051)   |   Chetan Sharma (030)   |   Prachi (130)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F"/>
                </a:solidFill>
                <a:latin typeface="Calibri"/>
              </a:rPr>
              <a:t>Maharishi University of Information Technology, Noida  |  Session: 2023-26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000"/>
                </a:solidFill>
                <a:latin typeface="Calibri"/>
              </a:rPr>
              <a:t>Guided by: Mr. Amiya Dhar Dwivedi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Proposed System &amp;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83864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838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System Architecture &amp;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33672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2336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79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AI Complaint Form 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83479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983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1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Digital Notice 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33288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733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Database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DFD &amp; ER Diagram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984248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1984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02996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Technology 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734056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73405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7797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Cost &amp; Benefit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483864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34838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Snapshots / Screenshots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233672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42336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2793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Challenges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983479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4983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0291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Future Scope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733288"/>
            <a:ext cx="5029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57332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77900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55"/>
                </a:solidFill>
                <a:latin typeface="Calibr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76809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Traditional campus management relies on paper-based complaints, physical notice boards, and manual workflows.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endParaRPr sz="1400" b="0">
              <a:solidFill>
                <a:srgbClr val="0D2B55"/>
              </a:solidFill>
              <a:latin typeface="Calibri"/>
            </a:endParaRP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The AI Smart Campus Management System replaces these inefficient processes with a smart, digital, AI-assisted platform.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endParaRPr sz="1400" b="0">
              <a:solidFill>
                <a:srgbClr val="0D2B55"/>
              </a:solidFill>
              <a:latin typeface="Calibri"/>
            </a:endParaRP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The system focuses on two core modules: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   1.  Complaint Management System with AI Form Generation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   2.  Digital Notice Board for real-time announcements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endParaRPr sz="1400" b="0">
              <a:solidFill>
                <a:srgbClr val="0D2B55"/>
              </a:solidFill>
              <a:latin typeface="Calibri"/>
            </a:endParaRP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0D2B55"/>
                </a:solidFill>
                <a:latin typeface="Calibri"/>
              </a:rPr>
              <a:t>It empowers students, staff, and administrators to communicate, resolve issues, and share information seamlessly.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097280"/>
            <a:ext cx="3657600" cy="2286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  <a:latin typeface="Calibri"/>
              </a:rP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Web-based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938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3 User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58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AI-Powered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87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Real-Time Notices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1693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MySQL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566160"/>
            <a:ext cx="3657600" cy="283464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Institution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02336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Maharishi University of Information Technology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Noida – 201304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BCA 2023-26 Batch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3" y="884515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E8F4FF"/>
                </a:solidFill>
                <a:latin typeface="Calibri"/>
              </a:rPr>
              <a:t>Challenges in Traditional Campus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Manual Complaints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Students visit offices physically. No tracking, no digital record of submitted issues.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Physical Notice 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9659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Outdated, damaged or inaccessible. Announcements reach students too slowly.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No Status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Students have no way to check if their complaint is being resolved.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4048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No AI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348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Drafting formal complaints is time-consuming for students with no formal writing experience.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84048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No Central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4348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Admins lack a single view to track, assign, and resolve all campus complaints.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749039" cy="228600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Poor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520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No centralized digital channel for broadcasting urgent campus announcements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143000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Provide an AI-powered complaint form that auto-generates content from user keywords.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Allow students and staff to submit, track and view complaint status in real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96312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2496312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496312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263347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Enable admins to post, edit and manage digital notices campus-wide.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96312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496312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2496312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63347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Implement Role-Based Access Control (Student / Staff / Admin).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9624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849624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3849624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986784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Replace physical notice boards with a searchable, categorized digital 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849624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17920" y="3849624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3849624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3986784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Maintain a complaint workflow: Pending → In Progress → Resolved.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02936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5202936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5202936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534009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Provide search &amp; filter on both complaints and notices.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02936"/>
            <a:ext cx="5669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5202936"/>
            <a:ext cx="457200" cy="1188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5202936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59" y="534009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Deliver a fully responsive design for desktop, tablet &amp; 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Proposed System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560320"/>
            <a:ext cx="3776472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2651760"/>
            <a:ext cx="36850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000"/>
                </a:solidFill>
                <a:latin typeface="Calibri"/>
              </a:rPr>
              <a:t>AI Smart Campus
Management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88720"/>
            <a:ext cx="2743200" cy="13716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🔐 Login &amp;
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200400"/>
            <a:ext cx="2743200" cy="13716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33375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📋 Complaint
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5029200"/>
            <a:ext cx="274320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5166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🤖 AI Form
Generator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188720"/>
            <a:ext cx="2743200" cy="13716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19" y="1325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📌 Digital
Notice 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200400"/>
            <a:ext cx="2743200" cy="13716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33375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👤 User
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5029200"/>
            <a:ext cx="274320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19" y="51663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📊 Admin
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828800"/>
            <a:ext cx="12801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828800"/>
            <a:ext cx="4572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26080" y="3749039"/>
            <a:ext cx="12801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3749039"/>
            <a:ext cx="4572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26080" y="5303520"/>
            <a:ext cx="128016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5303520"/>
            <a:ext cx="4572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AI Complaint Form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4FF"/>
                </a:solidFill>
                <a:latin typeface="Calibri"/>
              </a:rPr>
              <a:t>Core Innovation — Auto-fill complaint forms using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194560" cy="31089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8297" y="2034265"/>
            <a:ext cx="768096" cy="644927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9859" y="2124302"/>
            <a:ext cx="6649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286" y="27752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C000"/>
                </a:solidFill>
                <a:latin typeface="Calibri"/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32004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F"/>
                </a:solidFill>
                <a:latin typeface="Calibri"/>
              </a:rPr>
              <a:t>Student enters short keywords or brief instructions (e.g., 'Wi-Fi not working in hostel')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645920"/>
            <a:ext cx="2194560" cy="31089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6705" y="2055637"/>
            <a:ext cx="731520" cy="662665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3754" y="2153247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6251" y="277098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C000"/>
                </a:solidFill>
                <a:latin typeface="Calibri"/>
              </a:rPr>
              <a:t>AI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5" y="3278124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F"/>
                </a:solidFill>
                <a:latin typeface="Calibri"/>
              </a:rPr>
              <a:t>AI model (GPT/Hugging Face) processes input and generates a formal complaint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1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92624" y="1645920"/>
            <a:ext cx="2194560" cy="31089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0" y="2034265"/>
            <a:ext cx="731520" cy="66321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5669280" y="212430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D2B55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27660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C000"/>
                </a:solidFill>
                <a:latin typeface="Calibri"/>
              </a:rPr>
              <a:t>Form 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1" y="3273552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F"/>
                </a:solidFill>
                <a:latin typeface="Calibri"/>
              </a:rPr>
              <a:t>Subject, Category &amp; Description fields auto-fill with structured, formal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3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51776" y="1645920"/>
            <a:ext cx="2194560" cy="31089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01583" y="2055637"/>
            <a:ext cx="731520" cy="623555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3" y="216027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D2B55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3" y="2743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C000"/>
                </a:solidFill>
                <a:latin typeface="Calibri"/>
              </a:rPr>
              <a:t>Review &amp; 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1437" y="32689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F"/>
                </a:solidFill>
                <a:latin typeface="Calibri"/>
              </a:rPr>
              <a:t>Student reviews, edits if needed, and approves the generated 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10928" y="1645920"/>
            <a:ext cx="2194560" cy="3108960"/>
          </a:xfrm>
          <a:prstGeom prst="rect">
            <a:avLst/>
          </a:prstGeom>
          <a:solidFill>
            <a:srgbClr val="1A3A6B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42448" y="1983996"/>
            <a:ext cx="696118" cy="6951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10442448" y="2077141"/>
            <a:ext cx="69611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0D2B55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6966" y="27612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C000"/>
                </a:solidFill>
                <a:latin typeface="Calibri"/>
              </a:rPr>
              <a:t>Submit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6966" y="3273552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E8F4FF"/>
                </a:solidFill>
                <a:latin typeface="Calibri"/>
              </a:rPr>
              <a:t>Complaint is saved to DB with unique ID and status set to 'Pending'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029200"/>
            <a:ext cx="11640312" cy="1371600"/>
          </a:xfrm>
          <a:prstGeom prst="rect">
            <a:avLst/>
          </a:prstGeom>
          <a:solidFill>
            <a:srgbClr val="0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8FF"/>
                </a:solidFill>
                <a:latin typeface="Calibri"/>
              </a:rPr>
              <a:t>Instructions Format supported by AI:   "[Issue] + [Location] + [Duration] + [Impact]"   →   e.g. 'Water supply issue in Boys Hostel Block-B for 2 days affecting 80 students'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Digital Notice 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📢  Post Notices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91640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Admins create notices with title, content, category and expiry date instantly.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1887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🔍  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91640"/>
            <a:ext cx="3474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Students filter notices by category (Academic, Event, Hostel, IT, Other) or keyword.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129283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138158" y="122300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⏰  Schedule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680210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Set future publish date – notices go live automatically on the scheduled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9475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🚨  Priority Levels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297679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Mark notices as Normal, Important or Urgent with color-coded visual badges.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39" y="3749039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38" y="3749039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39" y="38221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📱  Responsive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38" y="4297679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Notice board adapts to mobile, tablet and desktop screens seamlessly.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9590" y="3749039"/>
            <a:ext cx="3749039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9590" y="3726179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83879" y="379475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🗑️  Auto-Expiry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8" y="4290823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D2B55"/>
                </a:solidFill>
                <a:latin typeface="Calibri"/>
              </a:rPr>
              <a:t>Expired notices are automatically removed from the board on the set expiry 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E8F4FF"/>
                </a:solidFill>
                <a:latin typeface="Calibri"/>
              </a:rPr>
              <a:t>T</a:t>
            </a:r>
            <a:r>
              <a:rPr lang="en-US" sz="1800" b="0" i="0" dirty="0">
                <a:solidFill>
                  <a:srgbClr val="E8F4FF"/>
                </a:solidFill>
                <a:latin typeface="Calibri"/>
              </a:rPr>
              <a:t>wo</a:t>
            </a:r>
            <a:r>
              <a:rPr sz="1800" b="0" i="0" dirty="0">
                <a:solidFill>
                  <a:srgbClr val="E8F4FF"/>
                </a:solidFill>
                <a:latin typeface="Calibri"/>
              </a:rPr>
              <a:t> distinct user roles with tailored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609344"/>
            <a:ext cx="3474720" cy="4919472"/>
          </a:xfrm>
          <a:prstGeom prst="rect">
            <a:avLst/>
          </a:prstGeom>
          <a:solidFill>
            <a:srgbClr val="12305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" y="1609344"/>
            <a:ext cx="3474720" cy="9144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80365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Calibri"/>
              </a:rPr>
              <a:t>🎓  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8551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Register &amp;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Submit Complaints (Manual / 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45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Track Complaint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50703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View Digital Notice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575614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✔  Search &amp; Filter Notices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00200"/>
            <a:ext cx="3474720" cy="4892040"/>
          </a:xfrm>
          <a:prstGeom prst="rect">
            <a:avLst/>
          </a:prstGeom>
          <a:solidFill>
            <a:srgbClr val="12305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1634490"/>
            <a:ext cx="3474720" cy="914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138160" y="185851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🔑 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63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Full Complaints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89604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Assign Complaints to Staff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662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Post / Edit / Delete Notices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Manage All Users &amp; Roles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660136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8F4FF"/>
                </a:solidFill>
                <a:latin typeface="Calibri"/>
              </a:rPr>
              <a:t>✔  View Analytics &amp;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System Architecture &amp; Data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PRESENTATION LAYER   (HTML5 / CSS3 / Bootstrap / JavaScript)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11640312" cy="91440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APPLICATION LAYER   (Python – Flask Framework / REST API Endpoints)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429000"/>
            <a:ext cx="11640312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AI MODULE   (OpenAI GPT / Hugging Face Transformers – Complaint Form Generator)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572000"/>
            <a:ext cx="11640312" cy="91440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 Light"/>
              </a:rPr>
              <a:t>DATA LAYER   (MySQL Database – Users / Complaints / Notices / AI Logs)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  <a:latin typeface="Calibri"/>
              </a:rPr>
              <a:t>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00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  <a:latin typeface="Calibri"/>
              </a:rPr>
              <a:t>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343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  <a:latin typeface="Calibri"/>
              </a:rPr>
              <a:t>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Database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29184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184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AC"/>
                </a:solidFill>
                <a:latin typeface="Calibri"/>
              </a:rPr>
              <a:t>user_id (PK)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1214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username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0604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624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email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1272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password_hash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6301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role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11480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133087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created_at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143000"/>
            <a:ext cx="329184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COMPLAINTS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60020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63440" y="16184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AC"/>
                </a:solidFill>
                <a:latin typeface="Calibri"/>
              </a:rPr>
              <a:t>complaint_id (PK)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10312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4513"/>
                </a:solidFill>
                <a:latin typeface="Calibri"/>
              </a:rPr>
              <a:t>user_id (FK)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60604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2624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subject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1089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0" y="31272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category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61188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36301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11480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4133087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461772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0" y="46360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submitted_at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512064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51389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resolved_at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143000"/>
            <a:ext cx="329184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325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NOTICES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160020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0" y="161848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5FAC"/>
                </a:solidFill>
                <a:latin typeface="Calibri"/>
              </a:rPr>
              <a:t>notice_id (PK)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210312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78240" y="21214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4513"/>
                </a:solidFill>
                <a:latin typeface="Calibri"/>
              </a:rPr>
              <a:t>admin_id (FK)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0" y="260604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78240" y="2624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title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310896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78240" y="312724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content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361188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78240" y="363016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category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4114800"/>
            <a:ext cx="3291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78240" y="4133087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expiry_date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4617720"/>
            <a:ext cx="3291840" cy="502920"/>
          </a:xfrm>
          <a:prstGeom prst="rect">
            <a:avLst/>
          </a:prstGeom>
          <a:solidFill>
            <a:srgbClr val="E8F4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78240" y="463600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created_at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AC"/>
                </a:solidFill>
                <a:latin typeface="Calibri"/>
              </a:rPr>
              <a:t>1 : ∞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5FAC"/>
                </a:solidFill>
                <a:latin typeface="Calibri"/>
              </a:rPr>
              <a:t>1 : ∞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21792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USER submits COMPLAINT (1:∞)   |   USER (Admin) posts NOTICE (1:∞)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Entity-Relationship (ER)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188720"/>
            <a:ext cx="292608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188720"/>
            <a:ext cx="292608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4592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🔑 user_id (PK)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37744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74320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10896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created_at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188720"/>
            <a:ext cx="292608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1188720"/>
            <a:ext cx="2926080" cy="4114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COMPLAINT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64592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🔑 complaint_id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01168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↳ user_id (FK)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37744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4320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10896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7472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submitted_at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188720"/>
            <a:ext cx="292608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61120" y="1188720"/>
            <a:ext cx="2926080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64592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🔑 notice_id (PK)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01168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↳ admin_id (FK)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37744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title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74320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10896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expiry_date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4572000"/>
            <a:ext cx="2926080" cy="1874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82880" y="4572000"/>
            <a:ext cx="2926080" cy="4114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4590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AI_LOG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02920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🔑 log_id (PK)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39496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↳ user_id (FK)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76072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instructions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126480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2B55"/>
                </a:solidFill>
                <a:latin typeface="Calibri"/>
              </a:rPr>
              <a:t>generated_form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560320"/>
            <a:ext cx="13716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submits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2560320"/>
            <a:ext cx="13716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0664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posts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4937760"/>
            <a:ext cx="13716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0" y="4937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  <a:latin typeface="Calibri"/>
              </a:rPr>
              <a:t>generates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2194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  <a:latin typeface="Calibri"/>
              </a:rPr>
              <a:t>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Complaint Submission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09815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E8F4FF"/>
                </a:solidFill>
                <a:latin typeface="Calibri"/>
              </a:rPr>
              <a:t>Step-by-step process from login to resolution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5029200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5773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2B55"/>
                </a:solidFill>
                <a:latin typeface="Calibri"/>
              </a:rP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183130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545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User Login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086100"/>
            <a:ext cx="50292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2369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  <a:latin typeface="Calibri"/>
              </a:rPr>
              <a:t>Login Success?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962781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122801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Select 'Submit Complaint'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77181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Enter Keywords / Instructions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742432"/>
            <a:ext cx="50292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475488" y="58795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D2B55"/>
                </a:solidFill>
                <a:latin typeface="Calibri"/>
              </a:rPr>
              <a:t>Use AI Generate?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8106" y="1394460"/>
            <a:ext cx="5029200" cy="64008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7334" y="15087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AI Generates 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506" y="2252282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1572" y="231600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Manual Form Fill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1790" y="3108960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7334" y="328041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Review &amp; Submit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504" y="4044220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0974" y="41010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Complaint ID Assigned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572" y="4937760"/>
            <a:ext cx="5029200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188106" y="50537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  <a:latin typeface="Calibri"/>
              </a:rPr>
              <a:t>Admin 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9094" y="5751007"/>
            <a:ext cx="502920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320534" y="589445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D2B55"/>
                </a:solidFill>
                <a:latin typeface="Calibri"/>
              </a:rPr>
              <a:t>Resolved?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5758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275463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5758" y="3682175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033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42925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6934" y="19542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504" y="277749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7572" y="363302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1862" y="464086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1862" y="547668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0C8FF"/>
                </a:solidFill>
                <a:latin typeface="Calibri"/>
              </a:rPr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2103120"/>
            <a:ext cx="653732" cy="40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  <a:latin typeface="Calibri"/>
              </a:rPr>
              <a:t>⟶ AI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2880360"/>
            <a:ext cx="6537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E8F4FF"/>
                </a:solidFill>
                <a:latin typeface="Calibri"/>
              </a:rPr>
              <a:t>⟶ Manual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749039" cy="6400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🖥️ 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HTML5, CSS3, JavaScript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Bootstrap 5 / Tailwind CSS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Jinja2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4300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49039" cy="6400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⚙️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Python 3.x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Flask Web Framework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REST API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3749039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34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🗄️ 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74519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MySQL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SQLAlchemy ORM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Relational Schema Design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3749039" cy="64008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886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🤖  AI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OpenAI GPT API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Hugging Face Transformers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Instruction-to-Text NLP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9476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06240" y="3794760"/>
            <a:ext cx="3749039" cy="64008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79" y="3886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🛠️  Dev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VS Code IDE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Postman (API Testing)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XAMPP Local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794760"/>
            <a:ext cx="3749039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3749039" cy="640080"/>
          </a:xfrm>
          <a:prstGeom prst="rect">
            <a:avLst/>
          </a:prstGeom>
          <a:solidFill>
            <a:srgbClr val="FF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3886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☁️ 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262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AWS Free Tier / Replit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Apache Web Server</a:t>
            </a:r>
          </a:p>
          <a:p>
            <a:pPr algn="l">
              <a:lnSpc>
                <a:spcPts val="2000"/>
              </a:lnSpc>
              <a:spcAft>
                <a:spcPts val="400"/>
              </a:spcAft>
            </a:pPr>
            <a:r>
              <a:rPr sz="1200" b="0">
                <a:solidFill>
                  <a:srgbClr val="0D2B55"/>
                </a:solidFill>
                <a:latin typeface="Calibri"/>
              </a:rPr>
              <a:t>HTTPS (SSL)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Cost &amp; Benefit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2305E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0352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💰 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Software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373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Rs. 0  (Open Source)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AI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Rs. 0 – Rs. 500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Cloud Hosting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Rs. 0 – Rs. 300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31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Rs. 500 – Rs. 1000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663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Low  (Academic Project)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Total /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394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~ Rs. 10,000 – 20,000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097280"/>
            <a:ext cx="5303520" cy="5394960"/>
          </a:xfrm>
          <a:prstGeom prst="rect">
            <a:avLst/>
          </a:prstGeom>
          <a:solidFill>
            <a:srgbClr val="12305E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0" y="1097280"/>
            <a:ext cx="5303520" cy="50292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7373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80% reduction in complaint handling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4688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100% paperless complaint &amp; notice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004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Real-time transparency in resolution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931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Instant campus-wide notice dissemination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6634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Centralized admin control &amp;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949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F"/>
                </a:solidFill>
                <a:latin typeface="Calibri"/>
              </a:rPr>
              <a:t>★  Improved student satisfaction &amp;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657600"/>
            <a:ext cx="1005840" cy="548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3657600"/>
            <a:ext cx="82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D2B55"/>
                </a:solidFill>
                <a:latin typeface="Calibri"/>
              </a:rPr>
              <a:t>ROI
POSITIVE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System Screens / Snapshots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🔐  Login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73736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2011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1089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Secure entry with role-based redirect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1430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14300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39" y="120700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🏠  Student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173736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79" y="2011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1089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Complaint summary &amp; quick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430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20700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🤖  AI Form 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73736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2011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1089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Keyword → formal complaint in seconds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14300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89720" y="114300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20700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📋  My Complaints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73736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26880" y="201168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10896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Real-time status tracker with badges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9476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379476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385876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📌  Notice 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79" y="438912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79" y="4663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760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Searchable, categorized digital notices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79476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46120" y="379476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39" y="385876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📊  Admin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79" y="438912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79" y="4663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39" y="5760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Overview of complaints, notices &amp;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379476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379476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385876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✏️  Manage Complaints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38912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4663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760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Filter, assign &amp; update complaint 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3794760"/>
            <a:ext cx="278892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89720" y="3794760"/>
            <a:ext cx="278892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35440" y="3858768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📢  Post Notice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4389120"/>
            <a:ext cx="2514600" cy="1280160"/>
          </a:xfrm>
          <a:prstGeom prst="rect">
            <a:avLst/>
          </a:prstGeom>
          <a:solidFill>
            <a:srgbClr val="F0F4F8"/>
          </a:solidFill>
          <a:ln w="6350">
            <a:solidFill>
              <a:srgbClr val="AA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326880" y="46634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Calibri"/>
              </a:rPr>
              <a:t>[Screenshot]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760720"/>
            <a:ext cx="2697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55"/>
                </a:solidFill>
                <a:latin typeface="Calibri"/>
              </a:rPr>
              <a:t>Rich form with priority &amp; expiry controls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C411BE2-85C1-1D92-5A43-E4F39439C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58156"/>
            <a:ext cx="2788919" cy="195372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A9727A7-3952-90F0-5AA5-583B1C80D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58156"/>
            <a:ext cx="2788920" cy="195372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78E26FA-28D7-C884-1C43-BE93B6569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788920" cy="195372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560D5523-930B-BD33-863C-0FFF0CA1F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645920"/>
            <a:ext cx="2770505" cy="1953724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587558B-AAC4-BBCA-B83F-93020C4DE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311500"/>
            <a:ext cx="2761488" cy="195214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5BE280E-AFB0-15BA-04D7-F44D4EFAA2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1" y="4261103"/>
            <a:ext cx="2788920" cy="197665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2EA9E4B-18FB-7DA5-45AE-817B290603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1" y="4261103"/>
            <a:ext cx="2788920" cy="1966379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E6E4C86-0FBA-14A0-D9E1-451D2A2312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20" y="4297680"/>
            <a:ext cx="278892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 Light"/>
              </a:rPr>
              <a:t>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F4FF"/>
                </a:solidFill>
                <a:latin typeface="Calibri"/>
              </a:rPr>
              <a:t>Technical, Operational &amp; AI-Specific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RBAC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Implementing role-based Flask session validation on every protected route without security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79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087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AI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96596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Ensuring AI generates formal, category-relevant complaint text without hallucinating false details.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5087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API Cost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Limiting AI API usage to control costs while maintaining quality for all student-submitted forms.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840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Schema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4340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Designing a normalized database handling users, complaints, notices &amp; AI logs without redundancy.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79" y="3840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886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Responsive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34340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Making the interface fully responsive across mobile, tablet and desktop views consistently.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749039" cy="219456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3840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C8FF"/>
                </a:solidFill>
                <a:latin typeface="Calibri"/>
              </a:rP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8862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0"/>
                </a:solidFill>
                <a:latin typeface="Calibri"/>
              </a:rPr>
              <a:t>Concurrent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520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F"/>
                </a:solidFill>
                <a:latin typeface="Calibri"/>
              </a:rPr>
              <a:t>Handling multiple simultaneous complaint submissions and notice views with optimized DB queries.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39496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📅  Short-Term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📧  Email / SMS Notifications on status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🔴  Complaint Priority Levels (Low / Medium / High / Critical)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00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📱  Dedicated Android &amp; iOS Mobile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⏰  Scheduled Notice Auto-Publishing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6634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🔒  Two-Factor Authentication (OTP)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94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🌙  Dark Mode / Light Mode Theme Toggle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143000"/>
            <a:ext cx="53949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🔭  Long-Term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7373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🤖  AI Auto-Categorization of 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💬  Campus Chatbot for student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📊  Analytics Dashboard with visual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🌐  Multi-Campus / Multi-Tenant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🔗  Blockchain-based Complaint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949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55"/>
                </a:solidFill>
                <a:latin typeface="Calibri"/>
              </a:rPr>
              <a:t>🌍  Hindi &amp; Regional Language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F"/>
                </a:solidFill>
                <a:latin typeface="Calibri"/>
              </a:rPr>
              <a:t>AI Smart Campus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315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Advantages &amp;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94960" cy="4114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Advantages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5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15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⚠️ 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002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AI saves time – complaint forms generated in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Fully paperless complaint &amp; notice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889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Real-time complaint status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Centralized admin dashboard for full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Responsive – works on all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Scalable modular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16636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Improved campus communication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✔  Historical data for insights &amp;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Requires active internet connection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945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AI quality depends on third-party API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No real-time push notifications yet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832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AI may generate generic text occasionally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77639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No dedicated mobile app in current 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7200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Single institution – no multi-campus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16636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55"/>
                </a:solidFill>
                <a:latin typeface="Calibri"/>
              </a:rPr>
              <a:t>✘  File upload size limited by server constraints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365760" cy="6528816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823192" y="164592"/>
            <a:ext cx="365760" cy="6528816"/>
          </a:xfrm>
          <a:prstGeom prst="rect">
            <a:avLst/>
          </a:prstGeom>
          <a:solidFill>
            <a:srgbClr val="155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432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000"/>
                </a:solidFill>
                <a:latin typeface="Calibri Light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3601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The AI Smart Campus Management System successfully demonstrates how Artificial Intelligence</a:t>
            </a: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can transform traditional campus operations into efficient, transparent, and intelligent digital workflows.</a:t>
            </a: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endParaRPr sz="1300" b="0">
              <a:solidFill>
                <a:srgbClr val="E8F4FF"/>
              </a:solidFill>
              <a:latin typeface="Calibri"/>
            </a:endParaRP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By combining an AI-Powered Complaint Form Generator with a Digital Notice Board,</a:t>
            </a: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the system empowers students, staff, and administrators to work smarter and faster.</a:t>
            </a: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endParaRPr sz="1300" b="0">
              <a:solidFill>
                <a:srgbClr val="E8F4FF"/>
              </a:solidFill>
              <a:latin typeface="Calibri"/>
            </a:endParaRP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This project proves that AI integration in campus management is not just feasible —</a:t>
            </a:r>
          </a:p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1300" b="0">
                <a:solidFill>
                  <a:srgbClr val="E8F4FF"/>
                </a:solidFill>
                <a:latin typeface="Calibri"/>
              </a:rPr>
              <a:t>it is highly beneficial, scalable, and a step toward a truly Smart Campus ecosystem.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94457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C000"/>
                </a:solidFill>
                <a:latin typeface="Calibri Light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F4FF"/>
                </a:solidFill>
                <a:latin typeface="Calibri"/>
              </a:rPr>
              <a:t>Deepanshu Kumar  |  Mayank Jain  |  Chetan Sharma  |  Prachi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8FF"/>
                </a:solidFill>
                <a:latin typeface="Calibri"/>
              </a:rPr>
              <a:t>BCA 2023-26  |  MUIT Noida  |  Guided by: Mr. Amiya Dhar Dwivedi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CFF"/>
                </a:solidFill>
                <a:latin typeface="Calibri"/>
              </a:rPr>
              <a:t>www.muitnoida.edu.in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1855</Words>
  <Application>Microsoft Office PowerPoint</Application>
  <PresentationFormat>Custom</PresentationFormat>
  <Paragraphs>394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Deepansshu Kumar</cp:lastModifiedBy>
  <cp:revision>3</cp:revision>
  <dcterms:created xsi:type="dcterms:W3CDTF">2013-01-27T09:14:16Z</dcterms:created>
  <dcterms:modified xsi:type="dcterms:W3CDTF">2026-04-08T14:21:33Z</dcterms:modified>
  <cp:category/>
</cp:coreProperties>
</file>